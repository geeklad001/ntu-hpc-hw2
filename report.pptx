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6FDE3-14FF-4BF1-A896-AF5FF0656976}" v="2" dt="2025-04-01T04:56:32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1E88B9-1D60-AC89-015E-A8786F1E7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F66D46-DDBC-F224-9D5D-D3843024E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9A54C8-3DC6-6AD6-07AF-E6EFBAF3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C51D4F-2F89-784F-A35B-CCF43570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1EEC3F-1914-A3F8-931B-199406A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23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618967-6CC4-9968-A606-EFDA4F75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4B05C2-805C-EDFE-EBC3-A10120DB4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2E8B21-1D51-1597-E135-D2D0C1E4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3B1CB-A07B-0F25-1381-7A8DAEF2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0EEA4F-07B1-00CD-1938-C64EF3AD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93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9CA7C7-9B49-72A5-5E7E-E58A7007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C96FEA-A70A-E7DE-AF17-EFA6C0F4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6337FE-81EC-14C7-F910-17E61634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C891F-B53B-9724-3173-9ECA90CE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0288BB-542B-F96C-F11D-597191C0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04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24595-6590-AADE-AA21-68DE91C0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649456-DEF2-D6C8-6971-3F31B1000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BAA9A1-08EE-A1E2-CED4-F39CE54F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FDBA67-F6A7-137C-836E-30F049A8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EA1628-D1D7-250B-E8D4-E776A1CF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FD1F10-DD0C-D8E1-CFF3-A9C14766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2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236CF-8554-3A0A-2DAC-E27A700F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860325-12C9-D8A7-E0B8-4D79195EA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457947-1E3C-FF49-C91B-6FAF4A83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29D2E5-69D9-0176-45DA-FCDAAC2D2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9A0C008-65EE-1A06-DFBF-4E1D8A2A5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F4BCCBE-AAA3-BA62-84AC-7D1953E8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254B8-8323-549E-A023-6AC61DAA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7AF5B10-5E17-3D07-28C4-327DDF2D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47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4235D-BD91-6028-F97D-134BBD7C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6213C7-E4AF-3170-6C3A-4A54C17B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702B0E-9D2C-4DD0-3F17-0605AC49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2E308B-E9F4-30DC-F4E6-B5BE3290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309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6ECB52-FC4C-B901-518F-92D4F62E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DFC7DF-6FEB-473E-AC4E-67E03E79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274F65-FAB8-7B5B-3AD5-FF056EB3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943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39D592-1E90-060B-7306-6522BC97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1B704A-1B29-568E-8C2F-F825AE7C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E19A49-891F-EDC9-AC7B-D91CC4AFF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425828-4D62-9EDA-5500-EAD8ECA9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F2587E-3BAC-6547-F998-8B472D73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210E42-B09C-81AA-D9AC-902FBDA9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04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5C08B-C209-A341-9650-84929B14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B34B3B4-FC32-9011-85D9-115B1DCE7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01EE28-8813-0C36-70A6-CA027A22B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F10C74-63D8-04B0-4B17-9F9A7823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0EFF67-2959-8252-041F-1BD01B5E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09B7E8-F011-4990-F8A4-0FEFA6AF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10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C76C25-7BB1-E344-58F2-9715475E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4CF29-7844-856E-B6D8-3FF245ECC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BED5B4-0D6B-1935-2029-CF1E0BBC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941B8D-7E6F-4484-3904-B500B311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96168F-5B3E-E790-3B66-EAFC6A3F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84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FF5408-82B8-8995-47FD-08680707E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0FDC03-9995-8F64-F55B-3CC820223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02A6CC-D49F-D014-61A7-C045B5FA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DAEC55-3F6B-1A7F-51CC-FA9DC57E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CB1843-7C86-7C6C-2AFA-02189FD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55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FA143E0-3D33-80AA-4AC9-FABC3262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4CA98E-9A9E-277B-AB32-26FD83902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C095E6-E72F-5DAC-6CD8-3DC0CA407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0ABA9-DD8D-44E3-96C0-C578D3A4CF4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8FBD5-FD01-7B1F-2EDB-93A162362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9BA975-528F-4995-80BD-C2252CFF0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ABB62-B0AC-4BA4-A797-E82C16B72D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51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B1EE6E-A988-0BB0-D1A0-712B3AF8A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651E89A-9C08-6C2A-D822-1CD074A40A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446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8E8BC-3F9D-02CE-D186-13124AD3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F38D2-414F-B61E-509B-7B5ED02CB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301" y="1825625"/>
            <a:ext cx="7301397" cy="4351338"/>
          </a:xfrm>
        </p:spPr>
      </p:pic>
    </p:spTree>
    <p:extLst>
      <p:ext uri="{BB962C8B-B14F-4D97-AF65-F5344CB8AC3E}">
        <p14:creationId xmlns:p14="http://schemas.microsoft.com/office/powerpoint/2010/main" val="31426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2B0D6-14FC-82CD-8FCF-C0BABFEE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0754D8F-9848-9DF8-FDEF-5823258A7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360455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1F73E-094A-9894-47FB-7F967630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5AF0336-940F-5C30-D80B-069DC6B4B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124987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99D15-D726-955F-B48F-96AE92E05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B9D1FCD-6426-FB6A-E05C-A08187CEA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309138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68308-0CA5-9D6D-14FE-A36AAE07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B9511F4-7DB3-3920-42BB-75D2AD9A5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367130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86C969-046F-49DC-AAB7-C4C47DB9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1EEBC26-ABC1-B3EA-B9DE-E9D488DBA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6981" y="1825625"/>
            <a:ext cx="6698037" cy="4351338"/>
          </a:xfrm>
        </p:spPr>
      </p:pic>
    </p:spTree>
    <p:extLst>
      <p:ext uri="{BB962C8B-B14F-4D97-AF65-F5344CB8AC3E}">
        <p14:creationId xmlns:p14="http://schemas.microsoft.com/office/powerpoint/2010/main" val="1321720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1A9E5-6A29-D37C-3008-00389316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8A9E7D2-DD87-B11E-E63C-4472DD2E1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259622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260698-F6D6-1724-B608-F1FB2EE0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FD4B97A-844E-17C5-AF94-B66F66A2C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274" y="1825625"/>
            <a:ext cx="6801451" cy="4351338"/>
          </a:xfrm>
        </p:spPr>
      </p:pic>
    </p:spTree>
    <p:extLst>
      <p:ext uri="{BB962C8B-B14F-4D97-AF65-F5344CB8AC3E}">
        <p14:creationId xmlns:p14="http://schemas.microsoft.com/office/powerpoint/2010/main" val="317581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吳昀翰</dc:creator>
  <cp:lastModifiedBy>吳昀翰</cp:lastModifiedBy>
  <cp:revision>1</cp:revision>
  <dcterms:created xsi:type="dcterms:W3CDTF">2025-04-01T04:56:03Z</dcterms:created>
  <dcterms:modified xsi:type="dcterms:W3CDTF">2025-04-01T05:01:21Z</dcterms:modified>
</cp:coreProperties>
</file>